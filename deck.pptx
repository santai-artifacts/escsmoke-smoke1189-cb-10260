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the audience how many cups of espresso they've had today. Espresso is one of the most consumed beverages in the world — and its story starts in late-19th-century Italy.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labor story, not just a beverage story. The pressure (literal and figurative) of industrializing Italy drove the invention. "Espresso" means "pressed out" or "fast" in Italian — the word itself captures the urgency.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Moriondo is often overlooked — his machine was a bulk brewer for his hotel, not a per-cup device. Bezzera's key insight was individual-cup extraction, which is the model we still use today. Pavoni was the businessman who scaled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pivotal era. Steam machines over-extracted and scorched the coffee. Gaggia's lever machine hit ~9 bars of pressure without steam, which is the sweet spot that creates crema and smooth flavor. Crema was initially called "caffè crema" and marketed as a sign of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globalization of espresso is really a story of Italian diaspora first, corporate chains second, and artisan revival third. Today, specialty coffee shops obsess over extraction time (25–30 seconds), grind size, and water temperature to a degree Bezzera never imagined. Close by noting that each cup contains about 150 years of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6591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6F5"/>
                </a:solidFill>
              </a:rPr>
              <a:t>The History of Espresso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0891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3AE"/>
                </a:solidFill>
              </a:rPr>
              <a:t>From Italian invention to global obsession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440430"/>
            <a:ext cx="1280160" cy="54864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5"/>
                </a:solidFill>
              </a:rPr>
              <a:t>The Problem: Coffee Was Too Slow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By the 1880s, coffee bars in Italy struggled with long brew times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A single cup could take **4–5 minutes** to prepare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Factory workers had short breaks — demand for speed was intense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Entrepreneurs began experimenting with steam pressure as a shortcut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5"/>
                </a:solidFill>
              </a:rPr>
              <a:t>1901: Angelo Moriondo &amp; Luigi Bezzera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**Angelo Moriondo** patented the first espresso machine in Turin, 1884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**Luigi Bezzera** refined it dramatically in 1901 — per-cup brewing, less bitterness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Desiderio Pavoni bought Bezzera's patent and commercialized the machine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The "La Pavoni" debuted publicly at the 1906 Milan Fair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5"/>
                </a:solidFill>
              </a:rPr>
              <a:t>Mid-Century: The Modern Espresso Emerges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**1938:** Cremonesi &amp; Bezzera introduce piston-based machines — no more steam bitterness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**1948:** Achille Gaggia patents the spring-lever piston, creating modern espresso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Gaggia's 9-bar pressure produces **crema** — the golden foam we now expect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Italian café culture explodes; espresso becomes central to daily life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5"/>
                </a:solidFill>
              </a:rPr>
              <a:t>Espresso Goes Global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1950s–60s: Italian immigrants bring espresso culture to North America and Australia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**1971:** Starbucks opens in Seattle — initially a coffee bean retailer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**1982:** Howard Schultz visits Milan, is inspired by espresso bars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5F6F5"/>
                </a:solidFill>
              </a:rPr>
              <a:t>Third-wave coffee movement (2000s–present): single-origin, precision extraction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of Espresso</dc:title>
  <dc:subject>PptxGenJS Presentation</dc:subject>
  <dc:creator>Espresso Chronicles</dc:creator>
  <cp:lastModifiedBy>Espresso Chronicles</cp:lastModifiedBy>
  <cp:revision>1</cp:revision>
  <dcterms:created xsi:type="dcterms:W3CDTF">2026-08-17T20:54:11Z</dcterms:created>
  <dcterms:modified xsi:type="dcterms:W3CDTF">2026-08-17T20:54:11Z</dcterms:modified>
</cp:coreProperties>
</file>